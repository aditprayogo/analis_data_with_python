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🚲 BIKE SHARING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9900"/>
                </a:solidFill>
              </a:defRPr>
            </a:pPr>
            <a:r>
              <a:t>Data Analysis Project | Exploratory Data Analysis &amp; Customer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Menganalisis dataset peminjaman sepeda dari UCI Machine Learning Repository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Dataset mencakup 731 hari dengan data peminjaman per jam dan harian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Mengidentifikasi pola penggunaan berdasarkan waktu, cuaca, dan faktor eksternal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Melakukan segmentasi pelanggan dan RFM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Menghasilkan dashboard interaktif dengan Streamlit untuk visualisasi real-time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 Exploratory Data Analysis (EDA)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Memahami pola penggunaan sepeda dan tren temporal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2. Feature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Menganalisis pengaruh cuaca, suhu, dan hari kerja terhadap peminjaman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3. Customer Segmentation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Mengelompokkan pengguna berdasarkan pola peminjaman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4. Dashboard Development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Membuat visualisasi interaktif untuk decision 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📊 Sumber Data: UCI Machine Learning Repository - Bike Sharing Dataset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📅 Periode: 2 tahun (2011-2012)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731 hari data | 17,379 catatan per jam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📋 Fitur Utama: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Tanggal, Waktu, Suhu, Kelembaban, Kecepatan Angin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Kondisi Cuaca, Hari Kerja/Libur, Musim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Jumlah Pengguna Casual &amp; Registered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Total Peminjaman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Finding #1: Waktu Puncak Peminjaman</a:t>
            </a:r>
          </a:p>
        </p:txBody>
      </p:sp>
      <p:pic>
        <p:nvPicPr>
          <p:cNvPr id="3" name="Picture 2" descr="chart_1_hourly_pat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0756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Key Insight: Temporal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⏰ WAKTU PUNCAK PEMINJAMAN: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08:00 (Pagi) - Puluhan ribu peminjaman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17:00-18:00 (Sore) - Peak tertinggi sepanjang hari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📈 Pola Konsisten: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Weekday: Dua puncak (commute hours)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Weekend: Distribusi lebih merata sepanjang hari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💡 Mayoritas pengguna adalah commuter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Finding #2a: Pengaruh Suhu</a:t>
            </a:r>
          </a:p>
        </p:txBody>
      </p:sp>
      <p:pic>
        <p:nvPicPr>
          <p:cNvPr id="3" name="Picture 2" descr="chart_2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8878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Finding #2b: Pengaruh Kondisi Cuaca</a:t>
            </a:r>
          </a:p>
        </p:txBody>
      </p:sp>
      <p:pic>
        <p:nvPicPr>
          <p:cNvPr id="3" name="Picture 2" descr="chart_3_weat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61392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Key Insight: Weather &amp; Seasonal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🌤️ PENGARUH CUACA: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Cuaca cerah → Peminjaman MENINGKAT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Hujan/Kabut → Peminjaman MENURUN signifikan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🌡️ PENGARUH SUHU: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Suhu optimal: 15-25°C untuk peminjaman maksimal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🍂 MUSIM: Fall (musim gugur) dominan dengan peminjaman tertinggi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Finding #3: Hari Kerja vs Hari Non-Kerja</a:t>
            </a:r>
          </a:p>
        </p:txBody>
      </p:sp>
      <p:pic>
        <p:nvPicPr>
          <p:cNvPr id="3" name="Picture 2" descr="chart_4_working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61392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Key Insight: User Behavior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👥 PENGGUNA CASUAL vs REGISTERED: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Casual: Lebih fleksibel, meningkat di weekend/liburan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Registered: Konsisten, mendominasi weekday (commuter)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📊 HARI KERJA vs HARI LIBUR: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Rata-rata peminjaman lebih tinggi di hari kerja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🎯 Segmentasi: Ditemukan 3-4 cluster pengguna dengan perilaku berbeda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Finding #4: Distribusi Kategori Peminjaman</a:t>
            </a:r>
          </a:p>
        </p:txBody>
      </p:sp>
      <p:pic>
        <p:nvPicPr>
          <p:cNvPr id="3" name="Picture 2" descr="chart_5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07561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Finding #5: Tren Peminjaman Harian (2 Tahun)</a:t>
            </a:r>
          </a:p>
        </p:txBody>
      </p:sp>
      <p:pic>
        <p:nvPicPr>
          <p:cNvPr id="3" name="Picture 2" descr="chart_6_dai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348919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Finding #6: Distribusi Tipe Pengguna</a:t>
            </a:r>
          </a:p>
        </p:txBody>
      </p:sp>
      <p:pic>
        <p:nvPicPr>
          <p:cNvPr id="3" name="Picture 2" descr="chart_7_user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856806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Finding #7: Pola Musiman</a:t>
            </a:r>
          </a:p>
        </p:txBody>
      </p:sp>
      <p:pic>
        <p:nvPicPr>
          <p:cNvPr id="3" name="Picture 2" descr="chart_8_sea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613921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RFM Analysis: Customer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📈 RECENCY (Kesegaran):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Mengukur seberapa baru pelanggan terakhir bertransaksi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🔄 FREQUENCY (Frekuensi):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Mengukur seberapa sering pelanggan melakukan peminjaman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💰 MONETARY (Nilai):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Mengukur total nilai/jumlah peminjaman setiap pelanggan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🎯 Hasil: Identifikasi Champions, Loyal, At-Risk, Lost Customers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Customer Segmentation: Clustering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🔍 METODE: Manual Grouping &amp; Binning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Cluster 1: HIGH VALUE COMMUTERS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Frekuensi tinggi, peminjaman konsisten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Target: Loyalty program, subscription premium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Cluster 2: CASUAL USERS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Peminjaman rendah-moderate, inconsistent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Target: Special promotions, seasonal offers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Cluster 3: SEASONAL RIDERS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Aktif musim tertentu, weather-dependent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OPTIMIZE PEAK HOURS: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Alokasikan 40% sepeda di pukul 8 pagi dan 17-18 sore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WEATHER-BASED STRATEGY: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Kampanye khusus saat cuaca cerah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Promo untuk musim gugur (peak season)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CUSTOMER RETENTION: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Program loyalitas untuk commuters registered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Flash deals untuk casual users di weekend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Pola peminjaman SANGAT bergantung pada temporal factors (waktu, hari, musim)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Weather adalah faktor SIGNIFIKAN yang mempengaruhi demand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User base terdiri dari DISTINCT segments dengan perilaku unik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Data-driven insights memungkinkan TARGETED strategies untuk growth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Dashboard interaktif memberikan platform untuk CONTINUOUS monitoring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9900"/>
                </a:solidFill>
              </a:defRPr>
            </a:pPr>
            <a:r>
              <a:t>Questions &amp; Discussion | Portfolio Project: Data Analysis with 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