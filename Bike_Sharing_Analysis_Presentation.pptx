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🚲 BIKE SHARING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9900"/>
                </a:solidFill>
              </a:defRPr>
            </a:pPr>
            <a:r>
              <a:t>Data Analysis Project | Exploratory Data Analysis &amp; Customer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Menganalisis dataset peminjaman sepeda dari UCI Machine Learning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Dataset mencakup 731 hari dengan data peminjaman per jam dan harian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Mengidentifikasi pola penggunaan berdasarkan waktu, cuaca, dan faktor eksternal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Melakukan segmentasi pelanggan dan RFM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Menghasilkan dashboard interaktif dengan Streamlit untuk visualisasi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Exploratory Data Analysis (EDA)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Memahami pola penggunaan sepeda dan tren temporal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Feature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Menganalisis pengaruh cuaca, suhu, dan hari kerja terhadap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Customer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Mengelompokkan pengguna berdasarkan pola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Dashboard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Membuat visualisasi interaktif untuk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Sumber Data: UCI Machine Learning Repository - Bike Sharing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📅 Periode: 2 tahun (2011-2012)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731 hari data | 17,379 catatan per jam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📋 Fitur Utama: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Tanggal, Waktu, Suhu, Kelembaban, Kecepatan Angin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Kondisi Cuaca, Hari Kerja/Libur, Musim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Jumlah Pengguna Casual &amp; Registered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Total Peminjaman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Finding #1: Temporal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⏰ WAKTU PUNCAK PEMINJAMAN: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08:00 (Pagi) - Puluhan ribu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17:00-18:00 (Sore) - Peak tertinggi sepanjang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Pola Konsisten: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Weekday: Dua puncak (commute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Weekend: Distribusi lebih merata sepanjang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💡 Insight: Mayoritas pengguna adalah commuter yang menggunakan sepeda untuk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perjalanan kerja rutinitas sehari-hari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Finding #2: Weather &amp; Seasonal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🌤️ PENGARUH CUACA: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Cuaca cerah → Peminjaman MENINGKAT (positif correlation)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Hujan/Kabut → Peminjaman MENURUN signifikan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🌡️ PENGARUH SUHU: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Suhu optimal: 15-25°C untuk peminjaman maksimal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Suhu ekstrem → Pengguna berkurang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🍂 MUSIM: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Fall (musim gugur) dominan dengan peminjaman tertinggi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Finding #3: User Behavior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👥 PENGGUNA CASUAL vs REGISTERED: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Casual: Lebih fleksibel, meningkat di weekend/liburan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Registered: Konsisten, mendominasi weekday (commuter)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HARI KERJA vs HARI LIBUR: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Rata-rata peminjaman lebih tinggi di hari libur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Namun total lebih besar di hari kerja (karena volume)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Segmentasi: Ditemukan 3-4 cluster pengguna dengan perilaku berbeda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RFM Analysis: 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RECENCY (Kesegaran):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seberapa baru pelanggan terakhir bertransaksi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🔄 FREQUENCY (Frekuensi):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seberapa sering pelanggan melakukan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💰 MONETARY (Nilai):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total nilai/jumlah peminjaman setiap pelanggan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Hasil: Identifikasi Champions, Loyal, At-Risk, Lost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Customer Segmentation: Clustering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🔍 METODE: Manual Grouping &amp; Binning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1: HIGH VALUE COMMUTERS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Frekuensi tinggi, peminjaman konsisten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Target: Loyalty program, subscription premium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2: CASUAL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Peminjaman rendah-moderate, inconsistent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Target: Special promotions, seasonal offers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3: SEASONAL RIDERS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Aktif musim tertentu, weather-dependent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Target: Weather-based campaigns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Interactive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🎨 BUILT WITH: Streamlit (Python Framework)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Visualisasi Interaktif: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Time series analysis per jam dan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Weather impact heatmaps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User type distribution charts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🔧 Filter Dinamis: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Filter berdasarkan tanggal, cuaca, hari kerja/libur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 metric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Downloadable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OPTIMIZE PEAK HOURS: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Alokasikan 40% sepeda di pukul 8 pagi dan 17-18 sore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WEATHER-BASED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Kampanye khusus saat cuaca cerah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Promo untuk musim gugur (peak season)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CUSTOMER RETENTION: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Program loyalitas untuk commuters registered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Flash deals untuk casual users di weekend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CAPACITY PLANNING: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Maintenance di off-peak hours untuk availability maksimal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Pola peminjaman SANGAT bergantung pada temporal factors (waktu, hari, musim)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Weather adalah faktor SIGNIFIKAN yang mempengaruhi demand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User base terdiri dari DISTINCT segments dengan perilaku unik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Data-driven insights memungkinkan TARGETED strategies untuk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Dashboard interaktif memberikan platform untuk CONTINUOUS monitoring &amp;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9900"/>
                </a:solidFill>
              </a:defRPr>
            </a:pPr>
            <a:r>
              <a:t>Questions &amp; Discussion | Portfolio Project: Data Analysis with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